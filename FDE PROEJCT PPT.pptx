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77" r:id="rId5"/>
    <p:sldId id="259" r:id="rId6"/>
    <p:sldId id="276" r:id="rId7"/>
    <p:sldId id="278" r:id="rId8"/>
    <p:sldId id="262" r:id="rId9"/>
    <p:sldId id="263" r:id="rId10"/>
    <p:sldId id="275" r:id="rId11"/>
    <p:sldId id="264" r:id="rId12"/>
    <p:sldId id="283" r:id="rId13"/>
    <p:sldId id="281" r:id="rId14"/>
    <p:sldId id="282" r:id="rId15"/>
    <p:sldId id="284" r:id="rId16"/>
    <p:sldId id="269" r:id="rId17"/>
    <p:sldId id="271" r:id="rId18"/>
    <p:sldId id="274" r:id="rId19"/>
  </p:sldIdLst>
  <p:sldSz cx="9144000" cy="6858000" type="screen4x3"/>
  <p:notesSz cx="6761163" cy="9942513"/>
  <p:embeddedFontLst>
    <p:embeddedFont>
      <p:font typeface="Bell MT" panose="02020503060305020303" pitchFamily="18" charset="0"/>
      <p:regular r:id="rId21"/>
      <p:bold r:id="rId22"/>
      <p:italic r:id="rId23"/>
    </p:embeddedFont>
    <p:embeddedFont>
      <p:font typeface="Book Antiqua" panose="02040602050305030304" pitchFamily="18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/+6gk05V/WAvenhtg6ReP8N3A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71D283-305D-4049-B6C3-CEE192C77CE8}">
  <a:tblStyle styleId="{F171D283-305D-4049-B6C3-CEE192C77C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A81991-8A70-4622-86AD-FDDB8DD79C5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FB9C656-DD6A-46E1-BD53-197B43FB4F66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96" autoAdjust="0"/>
  </p:normalViewPr>
  <p:slideViewPr>
    <p:cSldViewPr snapToGrid="0">
      <p:cViewPr>
        <p:scale>
          <a:sx n="97" d="100"/>
          <a:sy n="97" d="100"/>
        </p:scale>
        <p:origin x="79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96938" y="746125"/>
            <a:ext cx="496728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87400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bda767f705_6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bda767f705_6_75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bda767f705_6_75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2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4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4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be5877a5fb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be5877a5fb_0_43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9000" cy="447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be5877a5fb_0_43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00" cy="497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8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8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be5877a5f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be5877a5fb_0_63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9000" cy="447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be5877a5fb_0_63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00" cy="497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8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8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8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8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10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0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be5877a5fb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be5877a5fb_0_303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9000" cy="447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gbe5877a5fb_0_303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00" cy="497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16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p16:notes"/>
          <p:cNvSpPr txBox="1">
            <a:spLocks noGrp="1"/>
          </p:cNvSpPr>
          <p:nvPr>
            <p:ph type="body" idx="1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nhghggffghh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16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da767f705_6_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bda767f705_6_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gbda767f705_6_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bda767f705_6_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95" name="Google Shape;95;gbda767f705_6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bda767f705_6_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bda767f705_6_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bda767f705_6_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bda767f705_6_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101" name="Google Shape;101;gbda767f705_6_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bda767f705_6_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bda767f705_6_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105" name="Google Shape;105;gbda767f705_6_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bda767f705_6_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bda767f705_6_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gbda767f705_6_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bda767f705_6_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111" name="Google Shape;111;gbda767f705_6_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bda767f705_6_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bda767f705_6_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5" name="Google Shape;115;gbda767f705_6_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6" name="Google Shape;116;gbda767f705_6_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bda767f705_6_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118" name="Google Shape;118;gbda767f705_6_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bda767f705_6_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bda767f705_6_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gbda767f705_6_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3" name="Google Shape;123;gbda767f705_6_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gbda767f705_6_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5" name="Google Shape;125;gbda767f705_6_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bda767f705_6_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127" name="Google Shape;127;gbda767f705_6_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bda767f705_6_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bda767f705_6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bda767f705_6_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132" name="Google Shape;132;gbda767f705_6_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bda767f705_6_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bda767f705_6_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gbda767f705_6_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gbda767f705_6_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bda767f705_6_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139" name="Google Shape;139;gbda767f705_6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bda767f705_6_5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bda767f705_6_5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gbda767f705_6_5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gbda767f705_6_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bda767f705_6_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146" name="Google Shape;146;gbda767f705_6_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bda767f705_6_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bda767f705_6_63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gbda767f705_6_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bda767f705_6_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152" name="Google Shape;152;gbda767f705_6_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bda767f705_6_69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gbda767f705_6_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gbda767f705_6_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gbda767f705_6_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158" name="Google Shape;158;gbda767f705_6_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bda767f705_6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gbda767f705_6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gbda767f705_6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gbda767f705_6_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First Review</a:t>
            </a:r>
            <a:endParaRPr/>
          </a:p>
        </p:txBody>
      </p:sp>
      <p:sp>
        <p:nvSpPr>
          <p:cNvPr id="89" name="Google Shape;89;gbda767f705_6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51129"/>
              </p:ext>
            </p:extLst>
          </p:nvPr>
        </p:nvGraphicFramePr>
        <p:xfrm>
          <a:off x="576448" y="339430"/>
          <a:ext cx="8104069" cy="1070983"/>
        </p:xfrm>
        <a:graphic>
          <a:graphicData uri="http://schemas.openxmlformats.org/drawingml/2006/table">
            <a:tbl>
              <a:tblPr firstRow="1" bandRow="1">
                <a:effectLst>
                  <a:reflection endPos="0" dir="5400000" sy="-100000" algn="bl" rotWithShape="0"/>
                </a:effectLst>
                <a:tableStyleId>{F171D283-305D-4049-B6C3-CEE192C77CE8}</a:tableStyleId>
              </a:tblPr>
              <a:tblGrid>
                <a:gridCol w="92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0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09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0" marR="0" marT="0" marB="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2"/>
                          </a:solidFill>
                          <a:latin typeface="Book Antiqua"/>
                          <a:sym typeface="Book Antiqua"/>
                        </a:rPr>
                        <a:t> </a:t>
                      </a:r>
                      <a:endParaRPr lang="en-IN" dirty="0"/>
                    </a:p>
                  </a:txBody>
                  <a:tcPr marL="0" marR="0" marT="0" marB="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0" marR="0" marT="0" marB="0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4" name="Google Shape;164;gbda767f705_6_75"/>
          <p:cNvSpPr txBox="1">
            <a:spLocks noGrp="1"/>
          </p:cNvSpPr>
          <p:nvPr>
            <p:ph type="subTitle" idx="1"/>
          </p:nvPr>
        </p:nvSpPr>
        <p:spPr>
          <a:xfrm>
            <a:off x="488932" y="2545500"/>
            <a:ext cx="8279100" cy="8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ct val="133333"/>
              <a:buNone/>
            </a:pPr>
            <a:r>
              <a:rPr lang="en-US" sz="2800" b="1" dirty="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Event </a:t>
            </a:r>
            <a:r>
              <a:rPr lang="en-US" sz="2800" b="1" dirty="0" err="1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Attendence</a:t>
            </a:r>
            <a:r>
              <a:rPr lang="en-US" sz="2800" b="1" dirty="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and Ticketing data Pipeline  </a:t>
            </a:r>
            <a:r>
              <a:rPr lang="en-US" b="1" dirty="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endParaRPr sz="2400" dirty="0">
              <a:solidFill>
                <a:srgbClr val="38761D"/>
              </a:solidFill>
            </a:endParaRPr>
          </a:p>
        </p:txBody>
      </p:sp>
      <p:sp>
        <p:nvSpPr>
          <p:cNvPr id="165" name="Google Shape;165;gbda767f705_6_75"/>
          <p:cNvSpPr/>
          <p:nvPr/>
        </p:nvSpPr>
        <p:spPr>
          <a:xfrm>
            <a:off x="0" y="1635683"/>
            <a:ext cx="9144000" cy="491835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</a:t>
            </a:r>
            <a:r>
              <a:rPr lang="en-US" sz="2400" b="1" dirty="0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</a:t>
            </a:r>
            <a:r>
              <a:rPr lang="en-US" sz="2400" b="1" i="0" u="none" strike="noStrike" cap="none" dirty="0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</a:t>
            </a:r>
            <a:r>
              <a:rPr lang="en-US" sz="2400" b="1" dirty="0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ence</a:t>
            </a:r>
            <a:r>
              <a:rPr lang="en-US" sz="2400" b="1" i="0" u="none" strike="noStrike" cap="none" dirty="0">
                <a:solidFill>
                  <a:srgbClr val="66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 Engineering</a:t>
            </a:r>
            <a:endParaRPr sz="2400" dirty="0"/>
          </a:p>
        </p:txBody>
      </p:sp>
      <p:graphicFrame>
        <p:nvGraphicFramePr>
          <p:cNvPr id="166" name="Google Shape;166;gbda767f705_6_75"/>
          <p:cNvGraphicFramePr/>
          <p:nvPr>
            <p:extLst>
              <p:ext uri="{D42A27DB-BD31-4B8C-83A1-F6EECF244321}">
                <p14:modId xmlns:p14="http://schemas.microsoft.com/office/powerpoint/2010/main" val="46898482"/>
              </p:ext>
            </p:extLst>
          </p:nvPr>
        </p:nvGraphicFramePr>
        <p:xfrm>
          <a:off x="835742" y="4111133"/>
          <a:ext cx="8079657" cy="3676586"/>
        </p:xfrm>
        <a:graphic>
          <a:graphicData uri="http://schemas.openxmlformats.org/drawingml/2006/table">
            <a:tbl>
              <a:tblPr firstRow="1" bandRow="1">
                <a:noFill/>
                <a:tableStyleId>{F171D283-305D-4049-B6C3-CEE192C77CE8}</a:tableStyleId>
              </a:tblPr>
              <a:tblGrid>
                <a:gridCol w="4172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6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54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accent6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Batch Members: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Nekkanti Nandini  -232003459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Pamula Prajwal     - 2320030110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  <a:sym typeface="Times New Roman"/>
                        </a:rPr>
                        <a:t>A Abhiram             - 2320030077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it-IT" sz="1800" b="1" u="none" strike="noStrike" cap="none" baseline="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800"/>
                        <a:buFont typeface="Times New Roman"/>
                        <a:buNone/>
                      </a:pPr>
                      <a:endParaRPr lang="en-US" sz="1800" b="1" u="none" strike="noStrike" cap="none" dirty="0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800"/>
                        <a:buFont typeface="Times New Roman"/>
                        <a:buNone/>
                        <a:tabLst/>
                        <a:defRPr/>
                      </a:pPr>
                      <a:r>
                        <a:rPr lang="en-US" sz="1800" b="1" u="none" strike="noStrike" cap="none" dirty="0">
                          <a:solidFill>
                            <a:schemeClr val="accent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800"/>
                        <a:buFont typeface="Times New Roman"/>
                        <a:buNone/>
                        <a:tabLst/>
                        <a:defRPr/>
                      </a:pPr>
                      <a:r>
                        <a:rPr lang="en-US" sz="1800" b="1" u="none" strike="noStrike" cap="none" dirty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Engineering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800"/>
                        <a:buFont typeface="Times New Roman"/>
                        <a:buNone/>
                      </a:pPr>
                      <a:endParaRPr lang="en-US" sz="1800" b="1" u="none" strike="noStrike" cap="none" dirty="0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800"/>
                        <a:buFont typeface="Times New Roman"/>
                        <a:buNone/>
                      </a:pPr>
                      <a:endParaRPr lang="en-US" sz="1800" b="1" u="none" strike="noStrike" cap="none" dirty="0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800"/>
                        <a:buFont typeface="Times New Roman"/>
                        <a:buNone/>
                      </a:pPr>
                      <a:endParaRPr lang="en-US" sz="1800" b="1" u="none" strike="noStrike" cap="none" dirty="0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accent6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Under the Guidance of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400" b="1" dirty="0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Dr. N. Shirisha, </a:t>
                      </a:r>
                      <a:r>
                        <a:rPr lang="en-US" sz="1400" b="1" dirty="0" err="1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Assoc.Prof</a:t>
                      </a:r>
                      <a:r>
                        <a:rPr lang="en-US" sz="1400" b="1" dirty="0"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.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Bell MT"/>
                          <a:ea typeface="Bell MT"/>
                          <a:cs typeface="Bell MT"/>
                          <a:sym typeface="Bell MT"/>
                        </a:rPr>
                        <a:t> 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77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sz="1800" dirty="0">
                        <a:latin typeface="Times New Roman" pitchFamily="18" charset="0"/>
                        <a:ea typeface="Times New Roman"/>
                        <a:cs typeface="Times New Roman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20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0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77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endParaRPr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9" name="Google Shape;169;gbda767f705_6_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  <p:sp>
        <p:nvSpPr>
          <p:cNvPr id="170" name="Google Shape;170;gbda767f705_6_75"/>
          <p:cNvSpPr/>
          <p:nvPr/>
        </p:nvSpPr>
        <p:spPr>
          <a:xfrm>
            <a:off x="0" y="-8600"/>
            <a:ext cx="9144000" cy="18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>
              <a:solidFill>
                <a:schemeClr val="bg2"/>
              </a:solidFill>
            </a:endParaRPr>
          </a:p>
        </p:txBody>
      </p:sp>
      <p:pic>
        <p:nvPicPr>
          <p:cNvPr id="3" name="Image 8" descr="A close up of a sign  Description automatically generated">
            <a:extLst>
              <a:ext uri="{FF2B5EF4-FFF2-40B4-BE49-F238E27FC236}">
                <a16:creationId xmlns:a16="http://schemas.microsoft.com/office/drawing/2014/main" id="{74D3AA43-8E5D-305B-D39C-4C9584FD321E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4260" y="114160"/>
            <a:ext cx="7015480" cy="775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76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dirty="0"/>
          </a:p>
        </p:txBody>
      </p:sp>
      <p:sp>
        <p:nvSpPr>
          <p:cNvPr id="181" name="Google Shape;181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Second Review</a:t>
            </a:r>
            <a:endParaRPr dirty="0"/>
          </a:p>
        </p:txBody>
      </p:sp>
      <p:sp>
        <p:nvSpPr>
          <p:cNvPr id="182" name="Google Shape;182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CDD875-2E4A-D59E-23B8-1E90B46FD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76545" cy="693480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4AD8432-65EB-5752-2909-4B980A62B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9432" y="1328224"/>
            <a:ext cx="801329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lightweight system to create events, manage tickets, and track real-time ticket sales.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built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+ Express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handle event creation, ticket purchase, and metrics generation.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created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+ 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users to easily add events and buy tickets.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/metrics API endpoint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monitor total events and total tickets sold.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all data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in-memory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 no database is required.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a simple and complete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pipeline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→ Frontend → API → Backend Processing → Metrics Output.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run on any system and suitable for learning APIs, web development, and monitoring concepts.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7BC3D8-E39D-DD93-C2AD-6309C2B04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1"/>
            <a:ext cx="1676545" cy="69348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69725C9E-B8D8-F506-BB5E-3EF3781F5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8090" y="1567808"/>
            <a:ext cx="7988710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is about managing events and tickets.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create events and buy tickets.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backend (Node.js) handles all event and ticket data.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frontend (HTML + JavaScript) lets users see and use the system easily.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special metrics page shows how many events are created and how many tickets are sold.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stores everything in memory, so no database is needed.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easy to run and helps understand how a basic web application works.</a:t>
            </a:r>
          </a:p>
        </p:txBody>
      </p:sp>
    </p:spTree>
    <p:extLst>
      <p:ext uri="{BB962C8B-B14F-4D97-AF65-F5344CB8AC3E}">
        <p14:creationId xmlns:p14="http://schemas.microsoft.com/office/powerpoint/2010/main" val="774790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"/>
          <p:cNvSpPr txBox="1">
            <a:spLocks noGrp="1"/>
          </p:cNvSpPr>
          <p:nvPr>
            <p:ph type="title"/>
          </p:nvPr>
        </p:nvSpPr>
        <p:spPr>
          <a:xfrm>
            <a:off x="0" y="32830"/>
            <a:ext cx="9144000" cy="644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</a:t>
            </a:r>
            <a:endParaRPr dirty="0"/>
          </a:p>
        </p:txBody>
      </p:sp>
      <p:sp>
        <p:nvSpPr>
          <p:cNvPr id="203" name="Google Shape;20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Second Review</a:t>
            </a:r>
            <a:endParaRPr dirty="0"/>
          </a:p>
        </p:txBody>
      </p:sp>
      <p:sp>
        <p:nvSpPr>
          <p:cNvPr id="204" name="Google Shape;20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8B27DD-5B52-4834-A793-88702C44145F}"/>
              </a:ext>
            </a:extLst>
          </p:cNvPr>
          <p:cNvSpPr txBox="1"/>
          <p:nvPr/>
        </p:nvSpPr>
        <p:spPr>
          <a:xfrm>
            <a:off x="678730" y="1140643"/>
            <a:ext cx="757545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Bef>
                <a:spcPct val="0"/>
              </a:spcBef>
            </a:pPr>
            <a:r>
              <a:rPr lang="en-US" sz="1600" b="1" dirty="0"/>
              <a:t>Full-scale Online Event Ticketing System</a:t>
            </a:r>
          </a:p>
          <a:p>
            <a:pPr lvl="1" algn="ctr">
              <a:spcBef>
                <a:spcPct val="0"/>
              </a:spcBef>
            </a:pPr>
            <a:r>
              <a:rPr lang="en-IN" sz="1600" b="1" dirty="0"/>
              <a:t>The Design and Architecture</a:t>
            </a:r>
          </a:p>
          <a:p>
            <a:pPr lvl="1" algn="ctr">
              <a:spcBef>
                <a:spcPct val="0"/>
              </a:spcBef>
            </a:pPr>
            <a:r>
              <a:rPr lang="en-IN" sz="1600" b="1" dirty="0"/>
              <a:t>ZS Guo, 2002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endParaRPr lang="en-US" sz="2000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8B8D89-5623-2B8B-41A0-7A7D0D9E1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9"/>
            <a:ext cx="1676545" cy="693480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E4BF3C1E-3CE0-2B69-5043-FEBDD8DF933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80101" y="2012676"/>
            <a:ext cx="8421330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Proposes a scalable online ticketing architecture for large events.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to support many events, multiple providers, and different ticketing agents.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is divided into modular parts like event management, payment handling, and ticket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scalability so the system can handle high user load.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Highlights the need for a clear separation between components to improve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understanding how a small in-memory system can grow into a full enterprise 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D5DA7-701F-48C9-89E0-2DB8CE22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8B451-1A39-41FC-871D-A98781CBE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801359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To create a simple system for adding and managing events.</a:t>
            </a:r>
          </a:p>
          <a:p>
            <a:r>
              <a:rPr lang="en-US" sz="2000" dirty="0"/>
              <a:t>To allow users to buy tickets and update ticket counts in real time.</a:t>
            </a:r>
          </a:p>
          <a:p>
            <a:r>
              <a:rPr lang="en-US" sz="2000" dirty="0"/>
              <a:t>To build a lightweight backend using Node.js and Express for handling event and ticket data.</a:t>
            </a:r>
          </a:p>
          <a:p>
            <a:r>
              <a:rPr lang="en-US" sz="2000" dirty="0"/>
              <a:t>To design an easy-to-use frontend using HTML and JavaScript.</a:t>
            </a:r>
          </a:p>
          <a:p>
            <a:r>
              <a:rPr lang="en-US" sz="2000" dirty="0"/>
              <a:t>To provide a </a:t>
            </a:r>
            <a:r>
              <a:rPr lang="en-US" sz="2000" b="1" dirty="0"/>
              <a:t>/metrics</a:t>
            </a:r>
            <a:r>
              <a:rPr lang="en-US" sz="2000" dirty="0"/>
              <a:t> endpoint for tracking total events and total tickets sold.</a:t>
            </a:r>
          </a:p>
          <a:p>
            <a:r>
              <a:rPr lang="en-US" sz="2000" dirty="0"/>
              <a:t>To demonstrate a complete data flow: event creation → ticket purchase → metrics monitoring.</a:t>
            </a:r>
          </a:p>
          <a:p>
            <a:r>
              <a:rPr lang="en-US" sz="2000" dirty="0"/>
              <a:t>To store data in memory for quick access without using a database.</a:t>
            </a:r>
          </a:p>
          <a:p>
            <a:r>
              <a:rPr lang="en-US" sz="2000" dirty="0"/>
              <a:t>To help students understand basic API handling, frontend-backend communication, and monitoring concepts.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A40F7-2185-47F4-8D81-00B8C32931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72A1A-0D7D-4646-AD76-7FD3318FC5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539FB3-47EA-9ECF-7830-90BAEFDDD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40"/>
            <a:ext cx="1676545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42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99BB94-FD3F-8A41-7EB2-BF349DF0B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1"/>
            <a:ext cx="1676545" cy="69348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68E26C4-91A5-3C64-AD32-B07EB9698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89770"/>
            <a:ext cx="8367252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events and tracking ticket sales manually is time-consuming and prone to errors.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are often complex, require databases, or need heavy setups.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lightweight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can quickly create events and monitor ticket usage.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should be able to purchase tickets easily and see real-time updates in ticket availability.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centralized way to monitor event metrics (total events, tickets sold) is required for better visibility.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should demonstrate how event data flows through a backend pipeline without requiring a full database.</a:t>
            </a:r>
          </a:p>
        </p:txBody>
      </p:sp>
    </p:spTree>
    <p:extLst>
      <p:ext uri="{BB962C8B-B14F-4D97-AF65-F5344CB8AC3E}">
        <p14:creationId xmlns:p14="http://schemas.microsoft.com/office/powerpoint/2010/main" val="1623375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99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 </a:t>
            </a:r>
            <a:endParaRPr dirty="0"/>
          </a:p>
        </p:txBody>
      </p:sp>
      <p:sp>
        <p:nvSpPr>
          <p:cNvPr id="229" name="Google Shape;22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Second Review</a:t>
            </a:r>
            <a:endParaRPr dirty="0"/>
          </a:p>
        </p:txBody>
      </p:sp>
      <p:sp>
        <p:nvSpPr>
          <p:cNvPr id="230" name="Google Shape;23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671632-DA6F-F98A-87AD-70F893F05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840"/>
            <a:ext cx="1676545" cy="693480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E03B37DA-BA74-C480-3BC6-9F53DE40E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91" y="1462448"/>
            <a:ext cx="8372167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small applications still manage events and tickets manually using sheets or basic forms.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systems make it hard to track ticket availability and sales accurately.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online ticketing systems are complex and require databases, making them hard to set up.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systems available today often lack real-time ticket updates.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cannot easily see metrics like total events or total tickets sold.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simple tools do not clearly show the flow of data from event creation to ticket purchase.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current solutions are either too basic or too complex for beginners and learning purposes.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be5877a5fb_0_43"/>
          <p:cNvSpPr txBox="1">
            <a:spLocks noGrp="1"/>
          </p:cNvSpPr>
          <p:nvPr>
            <p:ph type="title"/>
          </p:nvPr>
        </p:nvSpPr>
        <p:spPr>
          <a:xfrm>
            <a:off x="457200" y="1"/>
            <a:ext cx="8229600" cy="1008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600" b="1" dirty="0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gbe5877a5fb_0_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21EA47-D280-A7F2-AA0E-222CDC227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451"/>
            <a:ext cx="1676545" cy="69348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A9288DD-F4B0-A677-4453-F5B2F531E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39" y="1582340"/>
            <a:ext cx="856389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lightweight event management system that allows users to create events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Tickets can be purchased with a single click, and the sold count updates instantly.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built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+ Express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handle all event and ticket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created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+ JavaScript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simple and user-friendly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endpoint provides real-time information like total events and total tickets sold.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data is stored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in-memory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removing the need for databases and making the system easy to run anywhere.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shows a clear data flow from event creation → ticket purchase → metrics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to be fast, simple, and suitable for students learning APIs, web development, and data pipelines.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/>
            <a:r>
              <a:rPr lang="en-US" dirty="0"/>
              <a:t>Second Review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sp>
        <p:nvSpPr>
          <p:cNvPr id="6" name="Google Shape;190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 of Proposed System 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CFD99B-7A7F-5CA5-8BB9-A771817EC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51"/>
            <a:ext cx="1676545" cy="693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C024EB-ACFE-4C3E-4294-1AE98368C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086" y="1381038"/>
            <a:ext cx="6799508" cy="42282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9011"/>
              <a:buFont typeface="Times New Roman"/>
              <a:buNone/>
            </a:pPr>
            <a:r>
              <a:rPr lang="en-IN" sz="4044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Modules </a:t>
            </a:r>
            <a:endParaRPr sz="4044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249" name="Google Shape;249;p8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Second Review</a:t>
            </a:r>
            <a:endParaRPr dirty="0"/>
          </a:p>
        </p:txBody>
      </p:sp>
      <p:sp>
        <p:nvSpPr>
          <p:cNvPr id="250" name="Google Shape;250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A46A14-25B8-9CA1-3F23-9BEE5CF47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840"/>
            <a:ext cx="1676545" cy="69348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5EA4BCB-B64F-AED9-FF57-B3DDB9EB9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806" y="1188337"/>
            <a:ext cx="2880917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required packages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up Express server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events in memory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events API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Buy ticket API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 events API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metrics endpoint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simple frontend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events on screen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ticket count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metrics live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APIs and frontend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be5877a5fb_0_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about the tools to be used for the project implementation</a:t>
            </a:r>
            <a:endParaRPr sz="48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gbe5877a5fb_0_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11</a:t>
            </a:fld>
            <a:endParaRPr/>
          </a:p>
        </p:txBody>
      </p:sp>
      <p:sp>
        <p:nvSpPr>
          <p:cNvPr id="259" name="Google Shape;259;gbe5877a5fb_0_63"/>
          <p:cNvSpPr txBox="1">
            <a:spLocks noGrp="1"/>
          </p:cNvSpPr>
          <p:nvPr>
            <p:ph type="body" idx="1"/>
          </p:nvPr>
        </p:nvSpPr>
        <p:spPr>
          <a:xfrm>
            <a:off x="96925" y="1633650"/>
            <a:ext cx="9046800" cy="508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6846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561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55330-901D-400A-9947-929DAF458F88}"/>
              </a:ext>
            </a:extLst>
          </p:cNvPr>
          <p:cNvSpPr txBox="1"/>
          <p:nvPr/>
        </p:nvSpPr>
        <p:spPr>
          <a:xfrm>
            <a:off x="631064" y="1843043"/>
            <a:ext cx="7978522" cy="3903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This project requires Node.js, Express.js, HTML, CSS, JavaScript, Fetch API, and in-memory data handling for event and ticket management.</a:t>
            </a:r>
            <a:br>
              <a:rPr lang="en-US" sz="2400" dirty="0"/>
            </a:br>
            <a:r>
              <a:rPr lang="en-US" sz="2400" dirty="0"/>
              <a:t>Docker (optional) can be used for containerizing both frontend and backend services.</a:t>
            </a:r>
            <a:br>
              <a:rPr lang="en-US" sz="2400" dirty="0"/>
            </a:br>
            <a:r>
              <a:rPr lang="en-US" sz="2400" dirty="0"/>
              <a:t>Python Simple HTTP Server – is used for running the frontend easily in a browser.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AF50E5-60B9-B8C3-3233-973787503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840"/>
            <a:ext cx="1676545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980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2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9011"/>
              <a:buFont typeface="Times New Roman"/>
              <a:buNone/>
            </a:pPr>
            <a:r>
              <a:rPr lang="en-IN" sz="4044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Explanation </a:t>
            </a:r>
            <a:endParaRPr sz="4044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247" name="Google Shape;247;p8"/>
          <p:cNvSpPr txBox="1">
            <a:spLocks noGrp="1"/>
          </p:cNvSpPr>
          <p:nvPr>
            <p:ph type="body" idx="1"/>
          </p:nvPr>
        </p:nvSpPr>
        <p:spPr>
          <a:xfrm>
            <a:off x="283350" y="1400000"/>
            <a:ext cx="9887700" cy="25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Second Review</a:t>
            </a:r>
            <a:endParaRPr dirty="0"/>
          </a:p>
        </p:txBody>
      </p:sp>
      <p:sp>
        <p:nvSpPr>
          <p:cNvPr id="250" name="Google Shape;25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221598"/>
              </p:ext>
            </p:extLst>
          </p:nvPr>
        </p:nvGraphicFramePr>
        <p:xfrm>
          <a:off x="283350" y="876087"/>
          <a:ext cx="8403450" cy="8711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03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11684">
                <a:tc>
                  <a:txBody>
                    <a:bodyPr/>
                    <a:lstStyle/>
                    <a:p>
                      <a:r>
                        <a:rPr lang="en-US" sz="2000" b="1" dirty="0"/>
                        <a:t>Event Creation Module:</a:t>
                      </a:r>
                      <a:r>
                        <a:rPr lang="en-US" sz="2000" dirty="0"/>
                        <a:t> Allows users to create new events by sending event details to the backend.</a:t>
                      </a:r>
                    </a:p>
                    <a:p>
                      <a:r>
                        <a:rPr lang="en-US" sz="2000" b="1" dirty="0"/>
                        <a:t>Ticket Purchase Module:</a:t>
                      </a:r>
                      <a:r>
                        <a:rPr lang="en-US" sz="2000" dirty="0"/>
                        <a:t> Lets users buy tickets and updates the sold count instantly.</a:t>
                      </a:r>
                    </a:p>
                    <a:p>
                      <a:r>
                        <a:rPr lang="en-US" sz="2000" b="1" dirty="0"/>
                        <a:t>Event Display Module:</a:t>
                      </a:r>
                      <a:r>
                        <a:rPr lang="en-US" sz="2000" dirty="0"/>
                        <a:t> Fetches and shows all events along with ticket details on the screen.</a:t>
                      </a:r>
                    </a:p>
                    <a:p>
                      <a:r>
                        <a:rPr lang="en-US" sz="2000" b="1" dirty="0"/>
                        <a:t>Backend API Module:</a:t>
                      </a:r>
                      <a:r>
                        <a:rPr lang="en-US" sz="2000" dirty="0"/>
                        <a:t> Handles all API requests and manages event and ticket logic using Node.js.</a:t>
                      </a:r>
                    </a:p>
                    <a:p>
                      <a:r>
                        <a:rPr lang="en-US" sz="2000" b="1" dirty="0"/>
                        <a:t>In-Memory Storage Module:</a:t>
                      </a:r>
                      <a:r>
                        <a:rPr lang="en-US" sz="2000" dirty="0"/>
                        <a:t> Stores all event data temporarily without using any database.</a:t>
                      </a:r>
                    </a:p>
                    <a:p>
                      <a:r>
                        <a:rPr lang="en-US" sz="2000" b="1" dirty="0"/>
                        <a:t>Metrics Monitoring Module:</a:t>
                      </a:r>
                      <a:r>
                        <a:rPr lang="en-US" sz="2000" dirty="0"/>
                        <a:t> Provides system metrics like total events and tickets sold through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/metrics</a:t>
                      </a:r>
                      <a:r>
                        <a:rPr lang="en-US" sz="2000" dirty="0"/>
                        <a:t>.</a:t>
                      </a:r>
                    </a:p>
                    <a:p>
                      <a:r>
                        <a:rPr lang="en-US" sz="2000" b="1" dirty="0"/>
                        <a:t>Frontend UI Module:</a:t>
                      </a:r>
                      <a:r>
                        <a:rPr lang="en-US" sz="2000" dirty="0"/>
                        <a:t> Displays the interface where users can create events and buy tickets easily.</a:t>
                      </a:r>
                    </a:p>
                    <a:p>
                      <a:r>
                        <a:rPr lang="en-US" sz="2000" b="1" dirty="0"/>
                        <a:t>Docker Deployment Module (Optional):</a:t>
                      </a:r>
                      <a:r>
                        <a:rPr lang="en-US" sz="2000" dirty="0"/>
                        <a:t> Allows running the backend and frontend in containers for easy deployment.</a:t>
                      </a:r>
                    </a:p>
                    <a:p>
                      <a:pPr marL="457200" indent="-4572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endParaRPr lang="en-IN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BD5963A-0578-0F92-1B1A-2B045814F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451"/>
            <a:ext cx="1676545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3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 txBox="1">
            <a:spLocks noGrp="1"/>
          </p:cNvSpPr>
          <p:nvPr>
            <p:ph type="title"/>
          </p:nvPr>
        </p:nvSpPr>
        <p:spPr>
          <a:xfrm>
            <a:off x="703007" y="0"/>
            <a:ext cx="9144000" cy="12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9011"/>
              <a:buFont typeface="Times New Roman"/>
              <a:buNone/>
            </a:pPr>
            <a:r>
              <a:rPr lang="en-IN" sz="4044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Implementation and Result </a:t>
            </a:r>
            <a:endParaRPr sz="4044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Times New Roman"/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249" name="Google Shape;24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Second Review</a:t>
            </a:r>
            <a:endParaRPr dirty="0"/>
          </a:p>
        </p:txBody>
      </p:sp>
      <p:sp>
        <p:nvSpPr>
          <p:cNvPr id="250" name="Google Shape;25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5A74DE-5EDB-4BC3-8D12-535229E40B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763" b="6701"/>
          <a:stretch/>
        </p:blipFill>
        <p:spPr>
          <a:xfrm>
            <a:off x="1197204" y="1029584"/>
            <a:ext cx="5967167" cy="532989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063654-9F13-C039-4412-F00F8F1B1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840"/>
            <a:ext cx="1676545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29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26918-6E0A-4A3F-AECD-87104E1A99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First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27E41-AC19-4A67-B2C8-4926F360F4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7D3516-3B9C-4D5A-8C32-8392EDDA93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392" b="5968"/>
          <a:stretch/>
        </p:blipFill>
        <p:spPr>
          <a:xfrm>
            <a:off x="688156" y="301658"/>
            <a:ext cx="7164371" cy="60546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70B055D-636F-7CD9-153B-3C7E0F651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451"/>
            <a:ext cx="1676545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317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 </a:t>
            </a:r>
            <a:endParaRPr/>
          </a:p>
        </p:txBody>
      </p:sp>
      <p:sp>
        <p:nvSpPr>
          <p:cNvPr id="329" name="Google Shape;32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BDC3D6-11F9-8CC9-3F4B-5775317B5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451"/>
            <a:ext cx="1676545" cy="69348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5C32A03-87BB-0937-C3DC-0E64D4C310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9856" y="1674581"/>
            <a:ext cx="589456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create events easily.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Ticket counts update correctly when tickets are bought.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events are shown clearly on the screen.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Metrics show total events and total tickets sold.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works smoothly without a database.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and backend communicate successfully.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be5877a5fb_0_303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696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48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gbe5877a5fb_0_3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16</a:t>
            </a:fld>
            <a:endParaRPr/>
          </a:p>
        </p:txBody>
      </p:sp>
      <p:sp>
        <p:nvSpPr>
          <p:cNvPr id="348" name="Google Shape;348;gbe5877a5fb_0_303"/>
          <p:cNvSpPr txBox="1"/>
          <p:nvPr/>
        </p:nvSpPr>
        <p:spPr>
          <a:xfrm>
            <a:off x="0" y="561600"/>
            <a:ext cx="9021900" cy="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 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Second Review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D06B40-9157-451D-8353-BED3DAC6B688}"/>
              </a:ext>
            </a:extLst>
          </p:cNvPr>
          <p:cNvSpPr txBox="1"/>
          <p:nvPr/>
        </p:nvSpPr>
        <p:spPr>
          <a:xfrm>
            <a:off x="301658" y="1046375"/>
            <a:ext cx="8568965" cy="4059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Event Ticketing System Design and Architecture, Z.S. Guo, 2002, University of Macau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Online Events Ticketing Management System – Case Study of a Stadium, ResearchGate,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Building a Scalable Real-Time Ticket Queue System, </a:t>
            </a:r>
            <a:r>
              <a:rPr lang="en-IN" sz="1800" dirty="0" err="1"/>
              <a:t>BookMyShow</a:t>
            </a:r>
            <a:r>
              <a:rPr lang="en-IN" sz="1800" dirty="0"/>
              <a:t> Engineering Blog,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Real-Time Web Application Design Using Node.js and </a:t>
            </a:r>
            <a:r>
              <a:rPr lang="en-IN" sz="1800" dirty="0" err="1"/>
              <a:t>WebSockets</a:t>
            </a:r>
            <a:r>
              <a:rPr lang="en-IN" sz="1800" dirty="0"/>
              <a:t>, ResearchGate,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Get Prometheus Metrics from an Express.js App, Medium Technical Article, 2021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Understanding Node.js Event-Driven Architecture, Node.js Community Docs,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Docker Containerization for Web Applications, Docker Documentation, 2023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I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CF5DAE-6F56-A045-9E99-029E957E1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451"/>
            <a:ext cx="1676545" cy="693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"/>
          <p:cNvSpPr txBox="1">
            <a:spLocks noGrp="1"/>
          </p:cNvSpPr>
          <p:nvPr>
            <p:ph type="title" idx="4294967295"/>
          </p:nvPr>
        </p:nvSpPr>
        <p:spPr>
          <a:xfrm>
            <a:off x="0" y="24384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000" b="1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Second Review</a:t>
            </a:r>
            <a:endParaRPr dirty="0"/>
          </a:p>
        </p:txBody>
      </p:sp>
      <p:sp>
        <p:nvSpPr>
          <p:cNvPr id="379" name="Google Shape;37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454E19-52D7-DB21-7AC1-BDE1237DF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451"/>
            <a:ext cx="1676545" cy="693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1287</Words>
  <Application>Microsoft Office PowerPoint</Application>
  <PresentationFormat>On-screen Show (4:3)</PresentationFormat>
  <Paragraphs>172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Times New Roman</vt:lpstr>
      <vt:lpstr>Calibri</vt:lpstr>
      <vt:lpstr>Book Antiqua</vt:lpstr>
      <vt:lpstr>Arial</vt:lpstr>
      <vt:lpstr>Bell MT</vt:lpstr>
      <vt:lpstr>Office Theme</vt:lpstr>
      <vt:lpstr>Office Theme</vt:lpstr>
      <vt:lpstr>PowerPoint Presentation</vt:lpstr>
      <vt:lpstr>Abstract </vt:lpstr>
      <vt:lpstr>Introduction </vt:lpstr>
      <vt:lpstr>Literature Survey </vt:lpstr>
      <vt:lpstr>Objectives</vt:lpstr>
      <vt:lpstr>Problem Statement</vt:lpstr>
      <vt:lpstr>Existing System  </vt:lpstr>
      <vt:lpstr>Proposed System</vt:lpstr>
      <vt:lpstr>Block Diagram of Proposed System </vt:lpstr>
      <vt:lpstr>List of Modules   </vt:lpstr>
      <vt:lpstr>Details about the tools to be used for the project implementation</vt:lpstr>
      <vt:lpstr>Module Explanation   </vt:lpstr>
      <vt:lpstr>Module Implementation and Result   </vt:lpstr>
      <vt:lpstr>PowerPoint Presentation</vt:lpstr>
      <vt:lpstr>Expected Outcomes 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</dc:creator>
  <cp:lastModifiedBy>Nandini Nekkanti</cp:lastModifiedBy>
  <cp:revision>49</cp:revision>
  <dcterms:created xsi:type="dcterms:W3CDTF">2015-01-20T17:55:11Z</dcterms:created>
  <dcterms:modified xsi:type="dcterms:W3CDTF">2025-11-18T04:13:46Z</dcterms:modified>
</cp:coreProperties>
</file>